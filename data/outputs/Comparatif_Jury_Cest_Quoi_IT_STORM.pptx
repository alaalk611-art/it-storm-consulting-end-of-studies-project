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Comparatif_Jury_Cest_Quoi_IT_STORM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IT-STORM · RAG local (réponses ancrées)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Comparatif Jury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Modèle recommandé: mistral:7b-instruct (score 0.906, 43.01s)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Modèle | Score | Confiance | Grounding | Couverture | Style | Temps (s) qwen2.5:7b | 0.885 | 0.9 | 0.95 | 0.7</a:t>
            </a:r>
          </a:p>
          <a:p>
            <a:pPr/>
            <a:r>
              <a:t>| 1.0 | 40.18 llama3.2:3b | 0.879 | 0.86 | 0.97 | 0.8 | 0.84 | 30.44 mistral:7b-instruct | 0.906 | 0.92 | 0.96</a:t>
            </a:r>
          </a:p>
          <a:p>
            <a:pPr/>
            <a:r>
              <a:t>| 0.75 | 1.0 | 43.01 tinyllama:latest | 0.683 | 0.73 | 0.87 | 0.15 | 1.0 | 9.2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