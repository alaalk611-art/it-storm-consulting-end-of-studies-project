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IT STORM et Ses Technos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Hosted by IT‑STORM — RAG Local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 IT STORM est une société de conseil spécialisée en Cloud, DevOps, pipelines de données et informatique</a:t>
            </a:r>
          </a:p>
          <a:p>
            <a:pPr/>
            <a:r>
              <a:t>appliquée à métiers. En 2024, l'entreprise accompagne plusieurs clients dans la mise en place d'internal</a:t>
            </a:r>
          </a:p>
          <a:p>
            <a:pPr/>
            <a:r>
              <a:t>solutions RAG (Retrieval-Aug generation). --- IT Storm is a consulting company specialized in Cloud, Data and</a:t>
            </a:r>
          </a:p>
          <a:p>
            <a:pPr/>
            <a:r>
              <a:t>IA. It accompanies its clients on modernisation of information systems and the adoption of cloud. The missions</a:t>
            </a:r>
          </a:p>
          <a:p>
            <a:pPr/>
            <a:r>
              <a:t>couvrent migration to native cloud architectures, DevOrps and automation. IT Storm met en place pipelines</a:t>
            </a:r>
          </a:p>
          <a:p>
            <a:pPr/>
            <a:r>
              <a:t>CI/CD, orchestration Kubernetes and infrastructure as code. L'entreprise conçoit des pipelines for collecte,</a:t>
            </a:r>
          </a:p>
          <a:p>
            <a:pPr/>
            <a:r>
              <a:t>quality and exploitation of data. [Source: itstorm.txt]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&amp; 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 IT Storm is a consulting company specialized in Cloud, DevOps, pipelines, data and artificielle solutions</a:t>
            </a:r>
          </a:p>
          <a:p>
            <a:pPr/>
            <a:r>
              <a:t>appliquées to métiers. In 2024, IT Storm accompagne plusieurs clients dans la mise en place de solutions</a:t>
            </a:r>
          </a:p>
          <a:p>
            <a:pPr/>
            <a:r>
              <a:t>internes RAG (retrieval-augmented generation). [Source: file]. [Source: [File: IT-STORM]. [File name: IT</a:t>
            </a:r>
          </a:p>
          <a:p>
            <a:pPr/>
            <a:r>
              <a:t>Storm]. [Category: Cloud, Data &amp; IA] --- IT STORM is a consultancy company specialised in Cloud, Data and IA.</a:t>
            </a:r>
          </a:p>
          <a:p>
            <a:pPr/>
            <a:r>
              <a:t>It accompanies its clients on modernisation of systems d’information and l’adoption of cloud. The missions</a:t>
            </a:r>
          </a:p>
          <a:p>
            <a:pPr/>
            <a:r>
              <a:t>couvrent the migration to cloud natives, Devops and automation. IT Storm met en place CI/CD pipelines,</a:t>
            </a:r>
          </a:p>
          <a:p>
            <a:pPr/>
            <a:r>
              <a:t>l’orchestration Kubernetes and infrastructure as code. L’entreprise conçoit des pipelines for collecte, la</a:t>
            </a:r>
          </a:p>
          <a:p>
            <a:pPr/>
            <a:r>
              <a:t>qualité et exploitation of data. [Source: itstorm.txt]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 IT STORM est une société de conseil spécialisée en Cloud, DevOps, pipelines, data et intelligence</a:t>
            </a:r>
          </a:p>
          <a:p>
            <a:pPr/>
            <a:r>
              <a:t>artificielle appliquée aux métiers. En 2024, l'entreprise accompagne plusieurs clients dans la mise en place</a:t>
            </a:r>
          </a:p>
          <a:p>
            <a:pPr/>
            <a:r>
              <a:t>de solutions internes RAG (Retrieval-Augmented generation). --- IT Storm is a company of consulting</a:t>
            </a:r>
          </a:p>
          <a:p>
            <a:pPr/>
            <a:r>
              <a:t>specialized in Cloud, Data and IA. It accompanies its clients in modernisation of systems of information and</a:t>
            </a:r>
          </a:p>
          <a:p>
            <a:pPr/>
            <a:r>
              <a:t>the adoption of cloud. The missions couvrent migration to native cloud architectures, Devops and automation.</a:t>
            </a:r>
          </a:p>
          <a:p>
            <a:pPr/>
            <a:r>
              <a:t>IT Storm met en place CI/CD pipelines, l’orchestration Kubernetes and l’infrastructure as code. L’entreprise</a:t>
            </a:r>
          </a:p>
          <a:p>
            <a:pPr/>
            <a:r>
              <a:t>conçoit des pipelines for collecte, la qualité et exploitation of data. [Source: itstorm.txt]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 IT Storm est une société de conseil spécialisée en Cloud, Data et IA. Elle accompagne ses clients sur</a:t>
            </a:r>
          </a:p>
          <a:p>
            <a:pPr/>
            <a:r>
              <a:t>l’industrialisation MLOps, la mise en place de pipelines CI/CD et le déploiement sur Kubernetes. IT Storm is a</a:t>
            </a:r>
          </a:p>
          <a:p>
            <a:pPr/>
            <a:r>
              <a:t>company of consulting spécialisée in cloud and artificielle intelligence. It accompanies its clients in</a:t>
            </a:r>
          </a:p>
          <a:p>
            <a:pPr/>
            <a:r>
              <a:t>modernisation of systems d’information and l’adoption of cloud. Missions couvrent la migration to cloud</a:t>
            </a:r>
          </a:p>
          <a:p>
            <a:pPr/>
            <a:r>
              <a:t>natives, DevOps and automation. IT Storm met en place CI/C, l’orchestration Kubernets et l’infrastructure as</a:t>
            </a:r>
          </a:p>
          <a:p>
            <a:pPr/>
            <a:r>
              <a:t>code. [Source: itstorm.txt]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Données &amp; Qualité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Le client est un groupe du secteur énergétique qui a lancé une transformation digitale de ses processus</a:t>
            </a:r>
          </a:p>
          <a:p>
            <a:pPr/>
            <a:r>
              <a:t>internes. L’objectif est d’accroître l’accès aux connaissances documentaires dispersées, en particulier les</a:t>
            </a:r>
          </a:p>
          <a:p>
            <a:pPr/>
            <a:r>
              <a:t>archives provisoires, les rapports d’examen, et l’élimination de l’information et des documents d’information.</a:t>
            </a:r>
          </a:p>
          <a:p>
            <a:pPr/>
            <a:r>
              <a:t>--- Le client est une groupe du secteur energique qui a commencé une transformation numérique du processus</a:t>
            </a:r>
          </a:p>
          <a:p>
            <a:pPr/>
            <a:r>
              <a:t>interne de son secteur. L’objet est de s’accélérer l’accessibilité aux connaissances discrétionnaires,</a:t>
            </a:r>
          </a:p>
          <a:p>
            <a:pPr/>
            <a:r>
              <a:t>notamment les archives de projet, les reports d’exaudit et les rapports de consultation. --- The client is a</a:t>
            </a:r>
          </a:p>
          <a:p>
            <a:pPr/>
            <a:r>
              <a:t>group of energy sector who initiated a digital transformation of its internal processes. [Source: itstorm.txt]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de Mise en œuvre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 IT Storm is a consulting company specialized in Cloud, DevOps, Pipelines, Data and Artificial Intelligence</a:t>
            </a:r>
          </a:p>
          <a:p>
            <a:pPr/>
            <a:r>
              <a:t>based on métiers. IT Storm accompanies its clients in the modernisation of information systems and the</a:t>
            </a:r>
          </a:p>
          <a:p>
            <a:pPr/>
            <a:r>
              <a:t>adoption of cloud. The missions couvrent the migration to native cloud architectures, DevOrps and automation.</a:t>
            </a:r>
          </a:p>
          <a:p>
            <a:pPr/>
            <a:r>
              <a:t>IT Storm met en place CI/CD pipelines, Kubernetes orchestration and infrastructure as code. L’entreprise</a:t>
            </a:r>
          </a:p>
          <a:p>
            <a:pPr/>
            <a:r>
              <a:t>conçoit des pipelines for collecte, quality and exploitation of data. Côté IA, IT Storm réalises POC and</a:t>
            </a:r>
          </a:p>
          <a:p>
            <a:pPr/>
            <a:r>
              <a:t>integrations of models for professions. [Source: itstorm.txt]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Sécurité &amp; Conformité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Le client est un groupe du secteur énergétique qui a lancé une transformation digitale de ses processus</a:t>
            </a:r>
          </a:p>
          <a:p>
            <a:pPr/>
            <a:r>
              <a:t>internes. L’objectif est d’accroître l’accès aux connaissances documentaires dispersées, en particulier les</a:t>
            </a:r>
          </a:p>
          <a:p>
            <a:pPr/>
            <a:r>
              <a:t>archives provisoires, les rapports d’examen, et les documents d’information. --- The client is a group of</a:t>
            </a:r>
          </a:p>
          <a:p>
            <a:pPr/>
            <a:r>
              <a:t>energy sector which initiated a digital transformation of its internal processes. The aim is to accelerate</a:t>
            </a:r>
          </a:p>
          <a:p>
            <a:pPr/>
            <a:r>
              <a:t>access to documents dispersed, in particular the project archives, the audit reports, and the client’s</a:t>
            </a:r>
          </a:p>
          <a:p>
            <a:pPr/>
            <a:r>
              <a:t>documents. [Source: itstorm.txt]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Prochaines Étapes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 IT STORM est une société de conseil spécialisée en Cloud, Data et IA. Elle accompagne ses clients sur</a:t>
            </a:r>
          </a:p>
          <a:p>
            <a:pPr/>
            <a:r>
              <a:t>l’industrialisation MLOps, la mise en place de pipelines CI/CD et le déploiement sur Kubernetes. --- IT Storm</a:t>
            </a:r>
          </a:p>
          <a:p>
            <a:pPr/>
            <a:r>
              <a:t>is a company of consulting spécialisée in cloud and artificielle intelligence. It accompanies its clients in</a:t>
            </a:r>
          </a:p>
          <a:p>
            <a:pPr/>
            <a:r>
              <a:t>modernisation of systems d’information and l’adoption of cloud. The missions couvrent the migration to cloud</a:t>
            </a:r>
          </a:p>
          <a:p>
            <a:pPr/>
            <a:r>
              <a:t>natives, DevOps and automation. IT Storm met en place [...] IT Storm combines data pipelines for collecte,</a:t>
            </a:r>
          </a:p>
          <a:p>
            <a:pPr/>
            <a:r>
              <a:t>quality and exploitation of data. Côté IA, IT Storm réalises POC and integrations of models for professions.</a:t>
            </a:r>
          </a:p>
          <a:p>
            <a:pPr/>
            <a:r>
              <a:t>[Source: itstorm.txt]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